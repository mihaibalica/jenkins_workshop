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15"/>
    <p:restoredTop sz="94720"/>
  </p:normalViewPr>
  <p:slideViewPr>
    <p:cSldViewPr snapToGrid="0" snapToObjects="1">
      <p:cViewPr varScale="1">
        <p:scale>
          <a:sx n="211" d="100"/>
          <a:sy n="211" d="100"/>
        </p:scale>
        <p:origin x="318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Jenkins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Hands-On Guide to Continuous Integration and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Jenkins</a:t>
            </a:r>
          </a:p>
          <a:p>
            <a:r>
              <a:t>2. Setting up Jenkins</a:t>
            </a:r>
          </a:p>
          <a:p>
            <a:r>
              <a:t>3. Configuring Jenkins Jobs</a:t>
            </a:r>
          </a:p>
          <a:p>
            <a:r>
              <a:t>4. Mini-Project: Python Application CI/CD</a:t>
            </a:r>
          </a:p>
          <a:p>
            <a:r>
              <a:t>5. Master-Slave Architecture with Vagrant/Docker</a:t>
            </a:r>
          </a:p>
          <a:p>
            <a:r>
              <a:t>6. Advanced Topics and Best Practices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Definition and purpose of Jenkins</a:t>
            </a:r>
          </a:p>
          <a:p>
            <a:r>
              <a:rPr dirty="0"/>
              <a:t>Importance in CI/CD workflows</a:t>
            </a:r>
          </a:p>
          <a:p>
            <a:r>
              <a:rPr dirty="0"/>
              <a:t>Features overview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Master-Slave (Controller-Agent) architecture</a:t>
            </a:r>
          </a:p>
          <a:p>
            <a:r>
              <a:t>Benefits </a:t>
            </a:r>
            <a:r>
              <a:rPr dirty="0"/>
              <a:t>of distributed builds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System requirements</a:t>
            </a:r>
          </a:p>
          <a:p>
            <a:r>
              <a:rPr dirty="0"/>
              <a:t>Step-by-step installation process</a:t>
            </a:r>
          </a:p>
          <a:p>
            <a:r>
              <a:rPr dirty="0"/>
              <a:t>Key plugins to install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Setting up jobs (Freestyle vs Pipeline)</a:t>
            </a:r>
          </a:p>
          <a:p>
            <a:r>
              <a:rPr dirty="0"/>
              <a:t>Integrating with version control systems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Mini-Project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Automating Python Tests with Jenkins</a:t>
            </a:r>
          </a:p>
          <a:p>
            <a:r>
              <a:rPr dirty="0"/>
              <a:t>Jenkins Pipeline stages:</a:t>
            </a:r>
          </a:p>
          <a:p>
            <a:pPr lvl="1"/>
            <a:r>
              <a:rPr dirty="0"/>
              <a:t>Clone repository</a:t>
            </a:r>
            <a:endParaRPr lang="en-US" dirty="0"/>
          </a:p>
          <a:p>
            <a:pPr lvl="1"/>
            <a:r>
              <a:rPr dirty="0"/>
              <a:t>Install dependencies</a:t>
            </a:r>
            <a:endParaRPr lang="en-US" dirty="0"/>
          </a:p>
          <a:p>
            <a:pPr lvl="1"/>
            <a:r>
              <a:rPr dirty="0"/>
              <a:t>Run tests</a:t>
            </a:r>
            <a:endParaRPr lang="en-US" dirty="0"/>
          </a:p>
          <a:p>
            <a:pPr lvl="1"/>
            <a:r>
              <a:rPr dirty="0"/>
              <a:t>Build and deploy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Master-Slave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Using Vagrant with VirtualBox:</a:t>
            </a:r>
            <a:endParaRPr lang="en-US" dirty="0"/>
          </a:p>
          <a:p>
            <a:pPr lvl="1"/>
            <a:r>
              <a:rPr dirty="0"/>
              <a:t>Master VM: Jenkins installation</a:t>
            </a:r>
            <a:endParaRPr lang="en-US" dirty="0"/>
          </a:p>
          <a:p>
            <a:pPr lvl="1"/>
            <a:r>
              <a:rPr dirty="0"/>
              <a:t>Slave VM: Agent configuration</a:t>
            </a:r>
          </a:p>
          <a:p>
            <a:r>
              <a:rPr dirty="0"/>
              <a:t>Alternative: </a:t>
            </a:r>
            <a:r>
              <a:rPr dirty="0" err="1"/>
              <a:t>Dockerized</a:t>
            </a:r>
            <a:r>
              <a:rPr dirty="0"/>
              <a:t> Jenkins setup</a:t>
            </a:r>
            <a:endParaRPr lang="en-US" dirty="0"/>
          </a:p>
          <a:p>
            <a:pPr lvl="1"/>
            <a:r>
              <a:rPr dirty="0"/>
              <a:t>Master and agent containers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Blue Ocean plugin for better UI</a:t>
            </a:r>
          </a:p>
          <a:p>
            <a:r>
              <a:rPr dirty="0"/>
              <a:t>Monitoring Jenkins (e.g., Prometheus)</a:t>
            </a:r>
          </a:p>
          <a:p>
            <a:r>
              <a:rPr dirty="0"/>
              <a:t>Role-based access control for security</a:t>
            </a:r>
          </a:p>
          <a:p>
            <a:r>
              <a:rPr dirty="0"/>
              <a:t>Backup strategies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177</Words>
  <Application>Microsoft Macintosh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Jenkins Workshop</vt:lpstr>
      <vt:lpstr>Agenda</vt:lpstr>
      <vt:lpstr>Introduction to Jenkins</vt:lpstr>
      <vt:lpstr>Jenkins Architecture</vt:lpstr>
      <vt:lpstr>Installing Jenkins</vt:lpstr>
      <vt:lpstr>Configuring Jenkins</vt:lpstr>
      <vt:lpstr>Mini-Project Overview</vt:lpstr>
      <vt:lpstr>Master-Slave Setup</vt:lpstr>
      <vt:lpstr>Advanced Topics and 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Mihai Balica</cp:lastModifiedBy>
  <cp:revision>2</cp:revision>
  <dcterms:created xsi:type="dcterms:W3CDTF">2013-01-27T09:14:16Z</dcterms:created>
  <dcterms:modified xsi:type="dcterms:W3CDTF">2025-01-19T13:46:03Z</dcterms:modified>
  <cp:category/>
</cp:coreProperties>
</file>